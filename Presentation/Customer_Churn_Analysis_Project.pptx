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9" r:id="rId9"/>
    <p:sldId id="264" r:id="rId10"/>
    <p:sldId id="268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6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956048"/>
            <a:ext cx="2990088" cy="914400"/>
          </a:xfrm>
          <a:noFill/>
        </p:spPr>
        <p:txBody>
          <a:bodyPr wrap="square" rtlCol="0">
            <a:spAutoFit/>
          </a:bodyPr>
          <a:lstStyle>
            <a:lvl1pPr>
              <a:defRPr lang="en-US" sz="42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43486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811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99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70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240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39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064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226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600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180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633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3551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355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284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9340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8107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9441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707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829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  <p:sldLayoutId id="2147483910" r:id="rId12"/>
    <p:sldLayoutId id="2147483911" r:id="rId13"/>
    <p:sldLayoutId id="2147483912" r:id="rId14"/>
    <p:sldLayoutId id="2147483913" r:id="rId15"/>
    <p:sldLayoutId id="2147483914" r:id="rId16"/>
    <p:sldLayoutId id="2147483915" r:id="rId17"/>
    <p:sldLayoutId id="214748391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261" y="685801"/>
            <a:ext cx="8207841" cy="1151965"/>
          </a:xfrm>
        </p:spPr>
        <p:txBody>
          <a:bodyPr/>
          <a:lstStyle/>
          <a:p>
            <a:r>
              <a:rPr dirty="0"/>
              <a:t>Customer Churn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 dirty="0"/>
              <a:t>END-TO-END ANALYTICS PROJECT</a:t>
            </a:r>
          </a:p>
          <a:p>
            <a:r>
              <a:rPr lang="en-US" cap="none" dirty="0"/>
              <a:t>PYTHON | SQL | POWER BI</a:t>
            </a:r>
          </a:p>
          <a:p>
            <a:r>
              <a:rPr lang="en-US" cap="none" dirty="0"/>
              <a:t>SUBESAN T 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 dirty="0"/>
              <a:t>CUSTOMER CHURN IMPACTS REVENUE AND GROWTH.</a:t>
            </a:r>
          </a:p>
          <a:p>
            <a:r>
              <a:rPr lang="en-US" cap="none" dirty="0"/>
              <a:t>OBJECTIVE: IDENTIFY CHURN DRIVERS AND PREDICT CHURN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cap="none" dirty="0"/>
              <a:t>Python (Pandas, </a:t>
            </a:r>
            <a:r>
              <a:rPr lang="en-IN" cap="none" dirty="0" err="1"/>
              <a:t>Numpy</a:t>
            </a:r>
            <a:r>
              <a:rPr lang="en-IN" cap="none" dirty="0"/>
              <a:t>, </a:t>
            </a:r>
            <a:r>
              <a:rPr lang="en-IN" cap="none" dirty="0" err="1"/>
              <a:t>Sklearn</a:t>
            </a:r>
            <a:r>
              <a:rPr lang="en-IN" cap="none" dirty="0"/>
              <a:t>)</a:t>
            </a:r>
          </a:p>
          <a:p>
            <a:r>
              <a:rPr dirty="0"/>
              <a:t>SQL</a:t>
            </a:r>
          </a:p>
          <a:p>
            <a:r>
              <a:rPr dirty="0"/>
              <a:t>P</a:t>
            </a:r>
            <a:r>
              <a:rPr lang="en-IN" cap="none" dirty="0" err="1"/>
              <a:t>ower</a:t>
            </a:r>
            <a:r>
              <a:rPr dirty="0"/>
              <a:t> BI</a:t>
            </a:r>
          </a:p>
          <a:p>
            <a:r>
              <a:rPr lang="en-IN" cap="none" dirty="0"/>
              <a:t>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cap="none" dirty="0"/>
              <a:t>Customer Demographics</a:t>
            </a:r>
          </a:p>
          <a:p>
            <a:r>
              <a:rPr lang="en-IN" cap="none" dirty="0"/>
              <a:t>Contract Details</a:t>
            </a:r>
          </a:p>
          <a:p>
            <a:r>
              <a:rPr lang="en-IN" cap="none" dirty="0"/>
              <a:t>Charges </a:t>
            </a:r>
          </a:p>
          <a:p>
            <a:r>
              <a:rPr lang="en-IN" cap="none" dirty="0"/>
              <a:t>Churn Label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984" y="164027"/>
            <a:ext cx="7797662" cy="1151965"/>
          </a:xfrm>
        </p:spPr>
        <p:txBody>
          <a:bodyPr/>
          <a:lstStyle/>
          <a:p>
            <a:r>
              <a:rPr dirty="0"/>
              <a:t>Data Cleaning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73405"/>
            <a:ext cx="7797662" cy="3311189"/>
          </a:xfrm>
        </p:spPr>
        <p:txBody>
          <a:bodyPr/>
          <a:lstStyle/>
          <a:p>
            <a:r>
              <a:rPr lang="en-US" cap="none" dirty="0"/>
              <a:t>Handled missing values</a:t>
            </a:r>
          </a:p>
          <a:p>
            <a:r>
              <a:rPr lang="en-US" cap="none" dirty="0"/>
              <a:t>Removed duplicates</a:t>
            </a:r>
          </a:p>
          <a:p>
            <a:r>
              <a:rPr lang="en-US" cap="none" dirty="0"/>
              <a:t>Encoded categorical data</a:t>
            </a:r>
          </a:p>
          <a:p>
            <a:r>
              <a:rPr lang="en-US" cap="none" dirty="0"/>
              <a:t>Exploratory analysis</a:t>
            </a:r>
          </a:p>
          <a:p>
            <a:r>
              <a:rPr lang="en-US" cap="none" dirty="0"/>
              <a:t>Feature Scaling</a:t>
            </a:r>
          </a:p>
          <a:p>
            <a:pPr marL="0" indent="0">
              <a:buNone/>
            </a:pPr>
            <a:endParaRPr lang="en-US" cap="non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DF17EA-D637-C7CF-D4BB-66AC5345C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192" y="1147749"/>
            <a:ext cx="5205457" cy="5173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Prediction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 dirty="0"/>
              <a:t>Logistic regression</a:t>
            </a:r>
          </a:p>
          <a:p>
            <a:r>
              <a:rPr lang="en-US" cap="none" dirty="0"/>
              <a:t>Model accuracy ~82%</a:t>
            </a:r>
          </a:p>
          <a:p>
            <a:r>
              <a:rPr lang="en-US" cap="none" dirty="0"/>
              <a:t>Evaluated with confusion matrix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FB0C3B-CA94-BB77-8D13-2BC30FB38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446" y="2569580"/>
            <a:ext cx="4151911" cy="21293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386" y="1773405"/>
            <a:ext cx="7797662" cy="3311189"/>
          </a:xfrm>
        </p:spPr>
        <p:txBody>
          <a:bodyPr/>
          <a:lstStyle/>
          <a:p>
            <a:r>
              <a:rPr lang="en-US" cap="none" dirty="0"/>
              <a:t>Churn rate by contract</a:t>
            </a:r>
          </a:p>
          <a:p>
            <a:r>
              <a:rPr lang="en-US" cap="none" dirty="0"/>
              <a:t>High-risk segments</a:t>
            </a:r>
          </a:p>
          <a:p>
            <a:r>
              <a:rPr lang="en-US" cap="none" dirty="0"/>
              <a:t>Revenue impact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F2E351-26C1-28FA-2F32-8F963B176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472" y="1944547"/>
            <a:ext cx="5944621" cy="31400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75E90E-2E55-A504-E76A-57CF2AFD1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245" y="451413"/>
            <a:ext cx="6147639" cy="2500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40E5F0-EC9D-CB99-B823-827A33AED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245" y="3289805"/>
            <a:ext cx="6147641" cy="2734818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E68C5E3-B79F-D43D-EF78-0241BE82C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51413"/>
            <a:ext cx="7797662" cy="4633181"/>
          </a:xfrm>
        </p:spPr>
        <p:txBody>
          <a:bodyPr/>
          <a:lstStyle/>
          <a:p>
            <a:pPr marL="0" indent="0">
              <a:buNone/>
            </a:pPr>
            <a:r>
              <a:rPr lang="en-US" cap="none" dirty="0"/>
              <a:t>Churn Rate By Contract</a:t>
            </a:r>
          </a:p>
          <a:p>
            <a:endParaRPr lang="en-US" cap="none" dirty="0"/>
          </a:p>
          <a:p>
            <a:endParaRPr lang="en-US" cap="none" dirty="0"/>
          </a:p>
          <a:p>
            <a:endParaRPr lang="en-US" cap="none" dirty="0"/>
          </a:p>
          <a:p>
            <a:endParaRPr lang="en-US" cap="none" dirty="0"/>
          </a:p>
          <a:p>
            <a:endParaRPr lang="en-US" cap="none" dirty="0"/>
          </a:p>
          <a:p>
            <a:pPr marL="0" indent="0">
              <a:buNone/>
            </a:pPr>
            <a:r>
              <a:rPr lang="en-US" cap="none" dirty="0"/>
              <a:t>Overall Churn Rate</a:t>
            </a:r>
          </a:p>
          <a:p>
            <a:endParaRPr lang="en-US" cap="none" dirty="0"/>
          </a:p>
        </p:txBody>
      </p:sp>
    </p:spTree>
    <p:extLst>
      <p:ext uri="{BB962C8B-B14F-4D97-AF65-F5344CB8AC3E}">
        <p14:creationId xmlns:p14="http://schemas.microsoft.com/office/powerpoint/2010/main" val="3384845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BDB691E-98E3-EF2E-3005-CBF846910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3" y="-63801"/>
            <a:ext cx="7797662" cy="1151965"/>
          </a:xfrm>
        </p:spPr>
        <p:txBody>
          <a:bodyPr/>
          <a:lstStyle/>
          <a:p>
            <a:r>
              <a:rPr dirty="0"/>
              <a:t>Power BI Dashboard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CBF80F9-B030-7CF5-6246-4D2BF52A7C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69260"/>
            <a:ext cx="9144000" cy="5119480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A90BACB-50B6-BEC1-86C6-78FB4CAD9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241" y="512182"/>
            <a:ext cx="7797662" cy="1151965"/>
          </a:xfrm>
        </p:spPr>
        <p:txBody>
          <a:bodyPr/>
          <a:lstStyle/>
          <a:p>
            <a:r>
              <a:rPr dirty="0"/>
              <a:t>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C1056-2AAA-F7C6-B4F8-7CBC555B1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 dirty="0"/>
              <a:t>KPI : Total Customers, Churned Customers, Churn %, Revenue at risk , Average Monthly Charges </a:t>
            </a:r>
          </a:p>
          <a:p>
            <a:r>
              <a:rPr lang="en-US" cap="none" dirty="0"/>
              <a:t>Interactive slicers – Contract , Internet Service</a:t>
            </a:r>
          </a:p>
          <a:p>
            <a:r>
              <a:rPr lang="en-US" cap="none" dirty="0"/>
              <a:t>Visuals – Service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4282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 dirty="0"/>
              <a:t>Month-to-month contracts churn more</a:t>
            </a:r>
          </a:p>
          <a:p>
            <a:r>
              <a:rPr lang="en-US" cap="none" dirty="0"/>
              <a:t>High charges increase churn</a:t>
            </a:r>
          </a:p>
          <a:p>
            <a:r>
              <a:rPr lang="en-US" cap="none" dirty="0"/>
              <a:t>Long-term contracts reduce churn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 dirty="0"/>
              <a:t>Promote long-term contracts</a:t>
            </a:r>
          </a:p>
          <a:p>
            <a:r>
              <a:rPr lang="en-US" cap="none" dirty="0"/>
              <a:t>Early engagement strategies</a:t>
            </a:r>
          </a:p>
          <a:p>
            <a:r>
              <a:rPr lang="en-IN" cap="none" dirty="0"/>
              <a:t>Targeted customer offers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End-to-end analytics workflow</a:t>
            </a:r>
          </a:p>
          <a:p>
            <a:r>
              <a:rPr dirty="0"/>
              <a:t>Business-focused insights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42</TotalTime>
  <Words>172</Words>
  <Application>Microsoft Office PowerPoint</Application>
  <PresentationFormat>On-screen Show (4:3)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Main Event</vt:lpstr>
      <vt:lpstr>Customer Churn Analysis</vt:lpstr>
      <vt:lpstr>Problem Statement</vt:lpstr>
      <vt:lpstr>Tools &amp; Technologies</vt:lpstr>
      <vt:lpstr>Data Overview</vt:lpstr>
      <vt:lpstr>Data Cleaning &amp; EDA</vt:lpstr>
      <vt:lpstr>Churn Prediction Model</vt:lpstr>
      <vt:lpstr>SQL Analysis</vt:lpstr>
      <vt:lpstr>PowerPoint Presentation</vt:lpstr>
      <vt:lpstr>Power BI Dashboard</vt:lpstr>
      <vt:lpstr>Power BI Dashboard</vt:lpstr>
      <vt:lpstr>Key Insights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Subesan Rohit</cp:lastModifiedBy>
  <cp:revision>4</cp:revision>
  <dcterms:created xsi:type="dcterms:W3CDTF">2013-01-27T09:14:16Z</dcterms:created>
  <dcterms:modified xsi:type="dcterms:W3CDTF">2026-01-06T16:10:14Z</dcterms:modified>
  <cp:category/>
</cp:coreProperties>
</file>